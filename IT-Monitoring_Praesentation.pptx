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[ZEIT: 0:00 - 0:45 Min. | SPRECHER: Jan Kluth]</a:t>
            </a:r>
          </a:p>
          <a:p>
            <a:r>
              <a:t>Guten Tag zusammen und herzlich willkommen zu unserer Projektpräsentation!</a:t>
            </a:r>
          </a:p>
          <a:p>
            <a:r>
              <a:t>Mein Name ist Jan Kluth und ich präsentiere Ihnen heute gemeinsam mit meinen Teamkollegen Marion Ballcke, Mathias Vorrau, Marco Schmidt und Robert Ortmann unser Abschlussprojekt: </a:t>
            </a:r>
          </a:p>
          <a:p>
            <a:r>
              <a:t>Die Einführung eines zentralen IT-Monitorings für die Müller &amp; Partner GmbH.</a:t>
            </a:r>
          </a:p>
          <a:p/>
          <a:p>
            <a:r>
              <a:t>Unser Auftrag war es, innerhalb von 3 Projekttagen eine praxistaugliche Open-Source-Monitoringlösung auszuwählen, in einem virtuellen Testnetzwerk aufzubauen und anhand realer Störungen zu validieren. </a:t>
            </a:r>
          </a:p>
          <a:p>
            <a:r>
              <a:t>Wir haben alle 11 Muss-Anforderungen zu 100 Prozent erfüllt – und wie wir das im Team umgesetzt haben, stellen wir Ihnen jetzt vor.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[ZEIT: 0:45 - 1:15 Min. | SPRECHER: Jan Kluth]</a:t>
            </a:r>
          </a:p>
          <a:p>
            <a:r>
              <a:t>Wir haben die Präsentation in vier Abschnitte gegliedert und fair im Team aufgeteilt:</a:t>
            </a:r>
          </a:p>
          <a:p>
            <a:r>
              <a:t>Zuerst erläutere ich die Ausgangslage bei Müller &amp; Partner, bevor Marion die Anforderungen vorstellt.</a:t>
            </a:r>
          </a:p>
          <a:p>
            <a:r>
              <a:t>Anschließend übernimmt Mathias die Nutzwertanalyse und zeigt, warum Checkmk gewonnen hat.</a:t>
            </a:r>
          </a:p>
          <a:p>
            <a:r>
              <a:t>Im dritten Teil führt Marco durch die technische Umsetzung im Testnetz und unseren Python-Check.</a:t>
            </a:r>
          </a:p>
          <a:p>
            <a:r>
              <a:t>Zum Schluss präsentieren Robert und ich die Störungstests, die Datenanalyse und unsere Empfehlung an die Geschäftsführung.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[ZEIT: 1:15 - 2:30 Min. | SPRECHER: Jan Kluth]</a:t>
            </a:r>
          </a:p>
          <a:p>
            <a:r>
              <a:t>Schauen wir auf die Ausgangslage bei Müller &amp; Partner: Das Unternehmen ist gewachsen. Zahlreiche Arbeitsplätze, mehrere Server für Webanwendungen, interne Dateiablage und DNS/DHCP.</a:t>
            </a:r>
          </a:p>
          <a:p>
            <a:r>
              <a:t>Das Problem: Es gab überhaupt kein automatisiertes Monitoring!</a:t>
            </a:r>
          </a:p>
          <a:p>
            <a:r>
              <a:t>Die Admins erfuhren von Ausfällen fast immer erst dann, wenn Mitarbeiter wütend anriefen. DNS fiel aus, Festplatten liefen fast voll – was beinahe zu Datenverlust geführt hätte.</a:t>
            </a:r>
          </a:p>
          <a:p>
            <a:r>
              <a:t>Die Geschäftsführung forderte daher: Weg vom reaktiven Brandlöschen hin zu einer proaktiven Überwachung. Ich übergebe nun an Marion für die Anforderungen.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[ZEIT: 2:30 - 3:45 Min. | SPRECHERIN: Marion Ballcke]</a:t>
            </a:r>
          </a:p>
          <a:p>
            <a:r>
              <a:t>Vielen Dank, Jan! Wir haben das Projekt in elf klare, verbindliche Muss-Kriterien unterteilt, die Sie hier in drei Kategorien sehen:</a:t>
            </a:r>
          </a:p>
          <a:p>
            <a:r>
              <a:t>Erstens: Die Infrastruktur – ein zentraler Server und mindestens zwei überwachte Systeme mit CPU-, RAM- und Festplatten-Sensoren.</a:t>
            </a:r>
          </a:p>
          <a:p>
            <a:r>
              <a:t>Zweitens: Die Netzwerkdienste – aktive Checks für Apache-Webserver, MySQL-Datenbank und SSH sowie unser eigenes Python-Skript.</a:t>
            </a:r>
          </a:p>
          <a:p>
            <a:r>
              <a:t>Drittens: Alarmierung und Qualität – automatische Benachrichtigung, ein übersichtliches Dashboard und die Validierung durch reale Störungstests.</a:t>
            </a:r>
          </a:p>
          <a:p>
            <a:r>
              <a:t>Alle 11 Kriterien haben wir zu 100 % grün abgenommen und zusätzlich 3 Kann-Leistungen implementiert.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[ZEIT: 3:45 - 5:00 Min. | SPRECHERIN: Marion Ballcke]</a:t>
            </a:r>
          </a:p>
          <a:p>
            <a:r>
              <a:t>Welches System passt am besten? Wir haben die drei bekanntesten Open-Source-Lösungen verglichen:</a:t>
            </a:r>
          </a:p>
          <a:p>
            <a:r>
              <a:t>Alle drei sind lizenzkostenfrei. </a:t>
            </a:r>
          </a:p>
          <a:p>
            <a:r>
              <a:t>Nagios Core ist der Urvater – sparsam, aber die rein textbasierte Konfiguration ist für ein modernes Unternehmen nicht mehr zeitgemäß.</a:t>
            </a:r>
          </a:p>
          <a:p>
            <a:r>
              <a:t>Zabbix ist extrem mächtig und skalierbar, benötigt aber zwingend eine externe relationale Datenbank und eine lange Einarbeitungszeit.</a:t>
            </a:r>
          </a:p>
          <a:p>
            <a:r>
              <a:t>Checkmk Raw punktet sofort mit seiner intuitiven WATO-Weboberfläche, automatischer Service-Erkennung und fertigen Dashboards.</a:t>
            </a:r>
          </a:p>
          <a:p>
            <a:r>
              <a:t>Ich übergebe an Mathias für die konkrete Nutzwertanalyse!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[ZEIT: 5:00 - 6:15 Min. | SPRECHER: Mathias Vorrau]</a:t>
            </a:r>
          </a:p>
          <a:p>
            <a:r>
              <a:t>Danke Marion! Um die Entscheidung mathematisch fundiert zu belegen, haben wir eine gewichtete Nutzwertanalyse durchgeführt.</a:t>
            </a:r>
          </a:p>
          <a:p>
            <a:r>
              <a:t>Wir haben sieben Kriterien festgelegt:</a:t>
            </a:r>
          </a:p>
          <a:p>
            <a:r>
              <a:t>Das wichtigste Kriterium mit 20% war die Bedienbarkeit im Alltag. Visualisierung, Alarmierung und Netzwerkdienste wurden mit je 15% gewichtet.</a:t>
            </a:r>
          </a:p>
          <a:p>
            <a:r>
              <a:t>Auf einer Skala von 1 bis 5 haben wir die Systeme bewertet und gewichtet.</a:t>
            </a:r>
          </a:p>
          <a:p>
            <a:r>
              <a:t>Das Ergebnis ist eindeutig:</a:t>
            </a:r>
          </a:p>
          <a:p>
            <a:r>
              <a:t>Checkmk holt mit 4,40 Punkten den 1. Platz.</a:t>
            </a:r>
          </a:p>
          <a:p>
            <a:r>
              <a:t>Zabbix folgt mit 4,20 Punkten auf Platz 2.</a:t>
            </a:r>
          </a:p>
          <a:p>
            <a:r>
              <a:t>Nagios Core erreicht mit 3,30 Punkten nur Platz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[ZEIT: 6:15 - 7:30 Min. | SPRECHER: Mathias Vorrau]</a:t>
            </a:r>
          </a:p>
          <a:p>
            <a:r>
              <a:t>Man könnte sich fragen: Zabbix war doch bei Netzwerkdiensten und Erweiterbarkeit sehr stark – warum hat Checkmk trotzdem gewonnen?</a:t>
            </a:r>
          </a:p>
          <a:p>
            <a:r>
              <a:t>Genau das zeigt diese Folie:</a:t>
            </a:r>
          </a:p>
          <a:p>
            <a:r>
              <a:t>Zabbix war in drei Kriterien besser und holte dort insgesamt +0,35 Punkte.</a:t>
            </a:r>
          </a:p>
          <a:p>
            <a:r>
              <a:t>ABER: Checkmk dominierte bei den beiden Kriterien mit dem höchsten Praxisnutzen:</a:t>
            </a:r>
          </a:p>
          <a:p>
            <a:r>
              <a:t>Bei der Bedienbarkeit holte Checkmk eine glatte 5 und Zabbix nur eine 3 – das macht allein +0,40 Punkte Vorsprung!</a:t>
            </a:r>
          </a:p>
          <a:p>
            <a:r>
              <a:t>Bei den fertigen Dashboards kamen nochmal +0,15 Punkte dazu.</a:t>
            </a:r>
          </a:p>
          <a:p>
            <a:r>
              <a:t>+0,55 Punkte Vorsprung minus +0,35 Punkte Aufholjagd = +0,20 Punkte Gesamtsieg für Checkmk!</a:t>
            </a:r>
          </a:p>
          <a:p>
            <a:r>
              <a:t>Damit übergebe ich an Marco für die technische Umsetzung.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[ZEIT: 7:30 - 8:45 Min. | SPRECHER: Marco Schmidt]</a:t>
            </a:r>
          </a:p>
          <a:p>
            <a:r>
              <a:t>Danke Mathias! Schauen wir auf die technische Umsetzung im Testnetz:</a:t>
            </a:r>
          </a:p>
          <a:p>
            <a:r>
              <a:t>Wir haben in VirtualBox ein isoliertes Host-Only-Netzwerk im Subnetz 192.168.56.0/24 aufgebaut.</a:t>
            </a:r>
          </a:p>
          <a:p>
            <a:r>
              <a:t>Drei Systeme kommunizieren hier miteinander:</a:t>
            </a:r>
          </a:p>
          <a:p>
            <a:r>
              <a:t>Erstens: Unser Monitoring-Server mon-srv01 auf IP .101. Hier läuft Checkmk im Docker-Container – port-gemappt auf 8080 für den Browser.</a:t>
            </a:r>
          </a:p>
          <a:p>
            <a:r>
              <a:t>Zweitens: Unser überwachter Webserver web-srv01 auf IP .102 mit Apache2, MariaDB und OpenSSH.</a:t>
            </a:r>
          </a:p>
          <a:p>
            <a:r>
              <a:t>Drittens: Der Windows-Host-PC auf IP .1 mit dem offiziellen Windows-Agenten.</a:t>
            </a:r>
          </a:p>
          <a:p>
            <a:r>
              <a:t>Die Kommunikation erfolgt nach dem Pull-Prinzip: Der Server kontaktiert jede Minute Port 6556 der Clients und holt alle Messwerte 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[ZEIT: 8:45 - 9:45 Min. | SPRECHER: Marco Schmidt]</a:t>
            </a:r>
          </a:p>
          <a:p>
            <a:r>
              <a:t>Auf unserem Webserver web-srv01 haben wir alle geforderten Anwendungsdienste aktiv eingebunden:</a:t>
            </a:r>
          </a:p>
          <a:p>
            <a:r>
              <a:t>Den Apache-Webserver prüfen wir auf Port 80. Die Reaktionszeit ist gemäß Anforderung M06 belegt: Ab 2 Sekunden gibt es eine Warnung, ab 5 Sekunden oder bei Ausfall ist es kritisch.</a:t>
            </a:r>
          </a:p>
          <a:p>
            <a:r>
              <a:t>Die MariaDB-Datenbank überwachen wir auf Port 3306, den SSH-Dienst auf Port 22.</a:t>
            </a:r>
          </a:p>
          <a:p>
            <a:r>
              <a:t>Und zusätzlich erfasst der Agent kontinuierlich alle Systemressourcen: CPU-Auslastung, RAM, Festplattenbelegung und Netzwerkinterfaces – alles läuft aktuell im optimalen grünen Bereich.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[ZEIT: 9:45 - 11:00 Min. | SPRECHER: Marco Schmidt]</a:t>
            </a:r>
          </a:p>
          <a:p>
            <a:r>
              <a:t>Eine besondere Anforderung war M09: Die Eigenentwicklung eines Messwert-Skripts.</a:t>
            </a:r>
          </a:p>
          <a:p>
            <a:r>
              <a:t>Wir haben in Python 3 ein Plugin geschrieben: active_tcp_connections.py.</a:t>
            </a:r>
          </a:p>
          <a:p>
            <a:r>
              <a:t>Es liest über das Linux-Tool 'ss' alle aktiven TCP-Verbindungen im Zustand ESTABLISHED aus.</a:t>
            </a:r>
          </a:p>
          <a:p>
            <a:r>
              <a:t>Das Geniale an Checkmk ist das Local-Check-Format: Das Skript gibt einfach den Statuscode – 0 für OK, 1 für Warnung, 2 für Kritisch –, den Namen, die Metrik und einen Klartext aus.</a:t>
            </a:r>
          </a:p>
          <a:p>
            <a:r>
              <a:t>Übersteigt die Zahl 100 Verbindungen, gibt es eine Warnung, ab 200 wird es kritisch. Checkmk übernimmt das vollautomatisch ins Dashboard und zeichnet sogar historische Graphen.</a:t>
            </a:r>
          </a:p>
          <a:p>
            <a:r>
              <a:t>Ich übergebe nun an Robert für die Störungstests!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[ZEIT: 11:00 - 12:15 Min. | SPRECHER: Robert Ortmann]</a:t>
            </a:r>
          </a:p>
          <a:p>
            <a:r>
              <a:t>Danke Marco! Ein Monitoring ist nur so gut, wie es im Ernstfall reagiert. Deshalb haben wir vier reale Störungen provoziert:</a:t>
            </a:r>
          </a:p>
          <a:p>
            <a:r>
              <a:t>Test 1: Apache gestoppt. Nach 47 Sekunden meldete das Dashboard CRIT – Connection refused.</a:t>
            </a:r>
          </a:p>
          <a:p>
            <a:r>
              <a:t>Test 2: CPU-Stresstest auf 4 Kernen. Nach 62 Sekunden Warnung, nach 75 Sekunden CRIT bei 98% Last.</a:t>
            </a:r>
          </a:p>
          <a:p>
            <a:r>
              <a:t>Test 3: Die Festplatte künstlich vollgeschrieben. Nach genau 60 Sekunden schlug der Alarm bei über 95% Füllstand an.</a:t>
            </a:r>
          </a:p>
          <a:p>
            <a:r>
              <a:t>Test 4: Der harte Host-Crash – VM ausgeschaltet. Nach 127 Sekunden meldete Checkmk 'Host DOWN, PING failed'.</a:t>
            </a:r>
          </a:p>
          <a:p>
            <a:r>
              <a:t>Fazit: 100% Trefferquote in unter 2 Minuten, und nach Behebung sprangen alle Checks ohne manuellen Eingriff wieder auf Grün.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[ZEIT: 12:15 - 13:00 Min. | SPRECHER: Robert Ortmann]</a:t>
            </a:r>
          </a:p>
          <a:p>
            <a:r>
              <a:t>In Abgabeprodukt I haben wir die Datenverläufe analysiert. Warum sind unsere Schwellwerte genau so gewählt?</a:t>
            </a:r>
          </a:p>
          <a:p>
            <a:r>
              <a:t>Bei der CPU brauchen wir ein 5-Minuten-Zeitfenster bei 80%, damit ein kurzes apt-upgrade keinen Fehlalarm auslöst.</a:t>
            </a:r>
          </a:p>
          <a:p>
            <a:r>
              <a:t>Bei der Festplatte lässt eine Warnschwelle bei 85% den Admins genügend Zeit zur Bereinigung, bevor das System kollabiert.</a:t>
            </a:r>
          </a:p>
          <a:p>
            <a:r>
              <a:t>Und bei HTTP ist die Sache binär: Reagiert der Webserver länger als 5 Sekunden, können Mitarbeiter nicht arbeiten – hier ist sofortiges Handeln Pflicht. Unsere Grenzwerte haben sich als absolut praxistauglich erwiesen.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[ZEIT: 13:00 - 13:45 Min. | SPRECHER: Robert Ortmann]</a:t>
            </a:r>
          </a:p>
          <a:p>
            <a:r>
              <a:t>Natürlich lief in den drei Tagen nicht alles auf Knopfdruck. Zwei echte Herausforderungen:</a:t>
            </a:r>
          </a:p>
          <a:p>
            <a:r>
              <a:t>Erstens: Paketkonflikte auf Ubuntu 26.04. Unsere Lösung war der offizielle Docker-Container – damit läuft Checkmk komplett isoliert, stabil und startet bei jedem Booten automatisch.</a:t>
            </a:r>
          </a:p>
          <a:p>
            <a:r>
              <a:t>Zweitens: MariaDB lauschte standardmäßig nur auf 127.0.0.1. Wir haben das Bind-Address-Setting angepasst, damit die Datenbank über das Netzwerk überwacht werden kann.</a:t>
            </a:r>
          </a:p>
          <a:p>
            <a:r>
              <a:t>Unsere wichtigste Lesson Learned: Eine saubere Netzwerkplanung vorab spart hintenraus Stunden an Fehlersuche.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[ZEIT: 13:45 - 14:15 Min. | SPRECHER: Jan Kluth]</a:t>
            </a:r>
          </a:p>
          <a:p>
            <a:r>
              <a:t>Fassen wir das Gesamtergebnis zusammen:</a:t>
            </a:r>
          </a:p>
          <a:p>
            <a:r>
              <a:t>Alle 11 Muss-Anforderungen sind zu 100% erfüllt.</a:t>
            </a:r>
          </a:p>
          <a:p>
            <a:r>
              <a:t>Drei zusätzliche Kann-Anforderungen wurden implementiert.</a:t>
            </a:r>
          </a:p>
          <a:p>
            <a:r>
              <a:t>Alle 4 Störungstests wurden erfolgreich bestanden.</a:t>
            </a:r>
          </a:p>
          <a:p>
            <a:r>
              <a:t>Und im strukturierten Abnahmetest nach Kapitel 11 haben wir 13 von 13 Testfällen auf 'PASSED' gesetzt.</a:t>
            </a:r>
          </a:p>
          <a:p>
            <a:r>
              <a:t>Mit 41,5 Arbeitsstunden lagen wir nur knapp 6% über dem Plan – der Proof of Concept ist damit auf ganzer Linie gelungen.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[ZEIT: 14:15 - 14:45 Min. | SPRECHER: Jan Kluth]</a:t>
            </a:r>
          </a:p>
          <a:p>
            <a:r>
              <a:t>Unsere klare Handlungsempfehlung an die Geschäftsführung der Müller &amp; Partner GmbH lautet daher: Checkmk Raw Edition sollte fest in den Produktivbetrieb übernommen werden.</a:t>
            </a:r>
          </a:p>
          <a:p>
            <a:r>
              <a:t>Wir empfehlen einen 3-Phasen-Rollout:</a:t>
            </a:r>
          </a:p>
          <a:p>
            <a:r>
              <a:t>Phase 1 in den ersten zwei Wochen: Ein dedizierter Server für Checkmk und die Anbindung der 10 kritischsten Kernserver.</a:t>
            </a:r>
          </a:p>
          <a:p>
            <a:r>
              <a:t>Phase 2 im ersten Monat: Kompletter Rollout auf alle Clients und NAS-Systeme plus E-Mail-Alarmierungsketten.</a:t>
            </a:r>
          </a:p>
          <a:p>
            <a:r>
              <a:t>Phase 3: SNMP-Überwachung der Switche und historische Kapazitätsplanung.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3291840" cy="36576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PROOF OF CONCEPT • 3 PROJEKTTAGE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</a:defRPr>
            </a:pPr>
            <a:r>
              <a:t>Einführung eines zentralen IT-Monitorings</a:t>
            </a:r>
          </a:p>
          <a:p>
            <a:pPr>
              <a:defRPr sz="1800">
                <a:solidFill>
                  <a:srgbClr val="059669"/>
                </a:solidFill>
              </a:defRPr>
            </a:pPr>
            <a:r>
              <a:t>Prototypische Implementierung mit Checkmk Raw Edition 2.3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5120640" cy="3291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📋 PROJEKTDATEN &amp; RAHMEN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Auftraggeber:      Müller &amp; Partner GmbH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Projektlaufzeit:   3 Projekttage (Proof of Concept)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Datum &amp; Version:   September / Oktober 2026 • Version 1.0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Zielerreichung:    11 von 11 MUSS-Kriterien erfüllt (100 %)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Systemauswahl:     Checkmk Raw Edition 2.3 (Testsieger: 4,40 Pkt.)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926080"/>
            <a:ext cx="5212080" cy="329184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👥 PROJEKTTEAM (GRONE UMSCHULUNGSTEAM)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Fachinformatiker Systemintegration</a:t>
            </a:r>
            <a:br/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Jan Kluth  –  Projektleitung, Ausgangslage &amp; Fazit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Marion Ballcke  –  Anforderungsanalyse &amp; Marktanalyse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Mathias Vorrau  –  Nutzwertanalyse &amp; Entscheidungsmatrix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Marco Schmidt  –  Netzwerkarchitektur &amp; Custom Check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Robert Ortmann  –  Störungssimulation &amp; Datenanalyse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ÜBERSICHT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Agenda der Präsentation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Strukturierter 15-Minuten-Ablauf, aufgeteilt auf das Projektteam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1051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01   Ausgangslage &amp; Anforderungen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      Manuelle Überwachung, Risiken &amp; Pflichtenkatalog M01–M11  |  🗣️ Jan Kluth &amp; Marion Ballcke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10698480" cy="1051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02   Evaluation &amp; Nutzwertanalyse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      Vergleich von Checkmk, Zabbix und Nagios nach DIN-Matrix  |  🗣️ Mathias Vorrau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10698480" cy="1051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03   Technische Implementierung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      Testnetzwerk, Dienst-Überwachung &amp; eigener Python-Check  |  🗣️ Marco Schmidt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212080"/>
            <a:ext cx="10698480" cy="1051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04   Validierung &amp; Rollout-Fahrplan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      4 Störungssimulationen, Datenanalyse &amp; Empfehlung  |  🗣️ Robert Ortmann &amp; Jan Kluth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KAPITEL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Ausgangslage &amp; Problemstellung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Warum die bisherige Betriebsweise ein untragbares Risiko für das Unternehmen darstellte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11D48"/>
                </a:solidFill>
              </a:defRPr>
            </a:pPr>
            <a:r>
              <a:t>⚠️ Das bisherige Problem: Manuelle Kontrolle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✗ Wachsende IT: Mehrere Linux-Server für Web, Dateiverwaltung und DNS/DHCP.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✗ Reaktives Brandlöschen: Admins erfuhren von Ausfällen erst durch Anrufe verärgerter Mitarbeiter.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✗ Unbemerkte DNS/DHCP-Ausfälle: Ganze Abteilungen verloren unbemerkt die Netzwerkverbindung.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✗ Drohender Datenverlust: Volllaufende Festplatten wurden vor dem Absturz nicht signalisiert.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✗ Quälend langsame Antwortzeiten: Performance-Einbrüche blieben undokumentiert.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59669"/>
                </a:solidFill>
              </a:defRPr>
            </a:pPr>
            <a:r>
              <a:t>🎯 Das Projektziel: Proaktives Monitoring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✓ Früherkennung: Störungen erkennen und beheben, BEVOR Endanwender betroffen sind.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✓ Zentrales Web-Dashboard: Gesamter Zustand aller Hosts und Dienste auf einen Blick.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✓ Automatische Alarmierung: Sofortige Benachrichtigung bei Schwellwert-Überschreitung.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✓ 100 % Open Source: Etablierte Enterprise-Standards ohne teure Lizenzgebühren.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✓ Proof of Concept in 3 Tagen: Voll funktionsfähige Testumgebung zum Praxisnachweis.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KAPITEL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Anforderungsanalyse (Abgabeprodukt 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11 verbindliche MUSS-Kriterien zu 100 % erfüllt • Strukturierte Kategorien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3931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1. Infrastruktur &amp; Systeme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✓ M01: Zentrales Monitoring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Einrichtung einer zentralen Überwachungsinstanz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✓ M02: Multi-System-Setup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Mind. 2 Testsysteme (Linux &amp; Windows)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✓ M03: Erreichbarkeit (ICMP)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Permanente Ping-Überwachung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✓ M04: Systemressourcen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CPU, RAM und Festplattenbelegung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3931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2. Dienste &amp; Schwellwerte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✓ M05: Netzwerkdienste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Aktive Überwachung: HTTP, MySQL, SSH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✓ M06: Definierte Grenzwerte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Fundierte Schwellen (WARN &amp; CRIT)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✓ M09: Custom Check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Eigenes Python-Messwert-Skript (TCP)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✓ K04: Erweiterte Metriken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Zusätzliche historische Trendkurven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74720" cy="3931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9333EA"/>
                </a:solidFill>
              </a:defRPr>
            </a:pPr>
            <a:r>
              <a:t>3. Alarmierung &amp; Qualität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✓ M07: Automatische Alarme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Sofortige Warnung bei Grenzwertüberschreitung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✓ M08: Zentrales Dashboard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Taktische Web-Übersicht für Administratoren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✓ M10: Störungssimulation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4 reale Ausfälle gezielt ausgelöst &amp; validiert</a:t>
            </a:r>
          </a:p>
          <a:p>
            <a:br/>
            <a:pPr>
              <a:defRPr sz="1100" b="1">
                <a:solidFill>
                  <a:srgbClr val="0F172A"/>
                </a:solidFill>
              </a:defRPr>
            </a:pPr>
            <a:r>
              <a:t>✓ M11: Abnahmetests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Strukturierte Testmatrix (13/13 bestanden)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698480" cy="68580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🎯 ZUSÄTZLICH 3 KANN-ANFORDERUNGEN UMGESETZT (60 %):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K01 E-Mail-Alarmierung vorbereitet  •  K02 Erweiterte Dashboards &amp; Matrizen  •  K04 Detaillierter Custom Check mit Performancedaten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KAPITEL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Die 3 Kandidaten im Systemvergleich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Marktanalyse führender Open-Source-Lösungen für den 3-tägigen Proof of Concept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57200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Checkmk Raw Edition 2.3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TESTSIEGER 🏆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Open Source (GNU GPLv2)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Sehr intuitive Web-GUI (WATO)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Automatische Service-Erkennung (Discovery)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Fertige Dashboards out-of-the-box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Keine externe SQL-Datenbank nötig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Schnellster Time-to-Value für 3 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457200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Zabbix 7.0 LTS</a:t>
            </a:r>
          </a:p>
          <a:p>
            <a:pPr>
              <a:defRPr sz="950" b="1">
                <a:solidFill>
                  <a:srgbClr val="2563EB"/>
                </a:solidFill>
              </a:defRPr>
            </a:pPr>
            <a:r>
              <a:t>RANG 2 (MÄCHTIG)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Open Source (GPLv2)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Sehr flexibel &amp; extrem skalierbar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Mächtige Template-Engine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⚠️ Externe SQL-DB zwingend nötig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⚠️ Hohe Konfigurationskomplexität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⚠️ Setup-Aufwand zu hoch für 3 Tage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74720" cy="4572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Nagios Core 4.5</a:t>
            </a:r>
          </a:p>
          <a:p>
            <a:pPr>
              <a:defRPr sz="950" b="1">
                <a:solidFill>
                  <a:srgbClr val="64748B"/>
                </a:solidFill>
              </a:defRPr>
            </a:pPr>
            <a:r>
              <a:t>RANG 3 (KLASSIKER)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Open Source (GPLv2)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Bewährter, historischer Standard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Extrem sparsam bei Ressourcen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✗ Veraltete Weboberfläche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✗ Rein textbasierte Konfig-Dateien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✗ Keine integrierten Dashboards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KAPITEL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Nutzwertanalyse &amp; Entscheidungsmatrix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Fundierte Entscheidung nach DIN-Bewertungsmethode (Skala 1 bis 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Kriterium                                     Gewicht    Checkmk Raw        Zabbix          Nagios Core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1. Kosten / Lizenz (Open Source)              10 %       5 / 0,50           5 / 0,50        5 / 0,50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2. Bedienbarkeit &amp; GUI (Ausschlaggebend)      20 %       5 / 1,00  🏆        3 / 0,60        2 / 0,40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3. OS-Unterstützung (Linux &amp; Windows)         10 %       4 / 0,40           5 / 0,50        4 / 0,40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4. Netzwerkdienste (HTTP, SQL, SSH)           15 %       4 / 0,60           5 / 0,75        4 / 0,60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5. Alarmierung &amp; Benachrichtigung             15 %       4 / 0,60           4 / 0,60        3 / 0,45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6. Visualisierung &amp; Dashboards (Ausschlaggebend) 15 %       5 / 0,75  🏆        4 / 0,60        2 / 0,30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7. Erweiterbarkeit &amp; Dokumentation            15 %       4 / 0,55           5 / 0,65        4 / 0,60</a:t>
            </a:r>
          </a:p>
          <a:p>
            <a:pPr>
              <a:defRPr sz="1200" b="1">
                <a:solidFill>
                  <a:srgbClr val="059669"/>
                </a:solidFill>
              </a:defRPr>
            </a:pPr>
            <a:r>
              <a:t>GESAMTERGEBNIS (PUNKTE / RANG)                100 %      4,40 (RANG 1) 🏆    4,20 (RANG 2)   3,30 (RANG 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KAPITEL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Warum Checkmk gewonnen hat: Der Gamechanger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Detailanalyse des Punkteabstands zwischen Checkmk (4,40) und Zabbix (4,20)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🏆 Wo Checkmk siegte: +0,55 Punkte Vorsprung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Bedienbarkeit &amp; GUI (20 % Gewicht):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  • Checkmk holte die Bestnote 5 / 5 (1,00 Nutzwert)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  • Zabbix erhielt nur 3 / 5 (0,60 Nutzwert)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  ➔ Allein hier: +0,40 Punkte Vorsprung für Checkmk!</a:t>
            </a:r>
          </a:p>
          <a:p>
            <a:pPr>
              <a:defRPr sz="1050">
                <a:solidFill>
                  <a:srgbClr val="334155"/>
                </a:solidFill>
              </a:defRPr>
            </a:pP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Visualisierung &amp; Dashboards (15 % Gewicht):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  • Checkmk: 5 / 5 (0,75 Nutzwert) durch fertige Dashboards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  • Zabbix: 4 / 5 (0,60 Nutzwert)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  ➔ Weitere +0,15 Punkte Vorsprung für Checkmk!</a:t>
            </a:r>
          </a:p>
          <a:p>
            <a:pPr>
              <a:defRPr sz="1050">
                <a:solidFill>
                  <a:srgbClr val="334155"/>
                </a:solidFill>
              </a:defRPr>
            </a:pP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Fazit: In den beiden praxisrelevantesten Kriterien dominierte Checkmk klar.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⚖️ Zabbix' Aufholjagd: +0,35 Punkte – warum es nicht reichte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Zabbix war in 3 Kriterien überlegen: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  • Netzwerkdienste (15 %): Zabbix 5 vs. Checkmk 4 ➔ +0,15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  • Erweiterbarkeit (15 %): Zabbix 5 vs. Checkmk 4 ➔ +0,10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  • OS-Support (10 %): Zabbix 5 vs. Checkmk 4 ➔ +0,10</a:t>
            </a:r>
          </a:p>
          <a:p>
            <a:pPr>
              <a:defRPr sz="1050">
                <a:solidFill>
                  <a:srgbClr val="334155"/>
                </a:solidFill>
              </a:defRPr>
            </a:pP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Warum es trotzdem nicht zum Gesamtsieg reichte: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  • Zabbix holte insgesamt +0,35 Punkte Vorsprung auf.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  • Checkmk sicherte sich bei GUI &amp; Dashboards aber +0,55 Punkte!</a:t>
            </a:r>
          </a:p>
          <a:p>
            <a:pPr>
              <a:defRPr sz="1050">
                <a:solidFill>
                  <a:srgbClr val="334155"/>
                </a:solidFill>
              </a:defRPr>
            </a:pP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Differenz-Rechnung: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  +0,55 (Checkmk) minus +0,35 (Zabbix) = +0,20 Punkte Gesamtsieg!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KAPITEL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Testnetz-Architektur &amp; Topologie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Strukturiertes 3-System-Testnetz (VirtualBox Host-Only Subnetz 192.168.56.0/24)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3931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mon-srv01 (MONITORING-SERVER)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IP: 192.168.56.101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OS: Ubuntu 26.04 LTS VM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Rolle: Checkmk Raw Edition 2.3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Betrieb: Docker-Container (restart: always)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Web-GUI: Port 80 (gemappt auf Host: 8080)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Status: 24 Services aktiv überwacht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3931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web-srv01 (LINUX WEBSERVER)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IP: 192.168.56.102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OS: Geklonte Ubuntu VM (4 GB RAM)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Dienste: Apache2 (HTTP 80), MariaDB (SQL 3306), SSH (22)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Checkmk Agent: Port 6556 TCP aktiv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Custom Check: Python TCP-Verbindungsüberwachung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Ports: SSH 2223 / HTTP 8081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74720" cy="3931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win-client01 (WINDOWS CLIENT)</a:t>
            </a:r>
          </a:p>
          <a:p>
            <a:pPr>
              <a:defRPr sz="1100" b="1">
                <a:solidFill>
                  <a:srgbClr val="9333EA"/>
                </a:solidFill>
              </a:defRPr>
            </a:pPr>
            <a:r>
              <a:t>IP: 192.168.56.1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OS: Windows 10/11 Host-PC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Agent: Checkmk Windows Agent (MSI)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Dienst: Checkmk Service aktiv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Firewall: Port 6556 freigegeben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Überwacht: CPU, RAM, Festplatte C: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698480" cy="68580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KOMMUNIKATIONSPRINZIP (PULL-MONITORING):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Checkmk Server pollt minütlich Port 6556 aller Zielsysteme ➔ Agent liefert Sensordaten ➔ Livestatus Core bewertet Schwellwerte ➔ Live-Dashboard aktualisiert.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KAPITEL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Umgesetzte Dienst-Überwachung &amp; Schwellwerte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Aktive Überwachung von Anwendungsdiensten (M05) &amp; definierte Grenzwerte (M06)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Dienst / Ressource     Überwachter Service      Port         Warnung (WARN)       Kritisch (CRIT)      Live-Status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Apache Webserver       HTTP_Apache              Port 80      &gt; 2,0 Sekunden       &gt; 5,0 s / Ausfall    OK (200 OK) 🟢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MariaDB Datenbank      MySQL_Database           Port 3306    &gt; 1,0 Sekunde        &gt; 3,0 s / Ausfall    OK (Port 3306) 🟢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Fernwartung            SSH_Service              Port 22      Verzögerung &gt; 1s     Ausfall / Refused    OK (Port 22) 🟢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Custom Check           Active_TCP_Connections   -            &gt; 100 Verbindungen   &gt; 200 Verbindungen   OK (1 Verb.) 🟢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CPU-Auslastung         CPU utilization          -            &gt; 80 % (5 Min)       &gt; 95 % (5 Min)       OK (3–7 %) 🟢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Arbeitsspeicher        Memory                   -            &gt; 85 % genutzt       &gt; 95 % genutzt       OK (19 %) 🟢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Festplatte             Filesystem /             -            &gt; 85 % belegt        &gt; 95 % belegt        OK (37 %) 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KAPITEL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Eigenentwicklung: Custom Local Check (M09)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Entwicklung eines eigenständigen Python-Plugins zur TCP-Verbindungsanalyse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48640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F1F5F9"/>
                </a:solidFill>
              </a:defRPr>
            </a:pPr>
            <a:r>
              <a:t>#!/usr/bin/env python3</a:t>
            </a:r>
            <a:br/>
            <a:r>
              <a:t># Local Check: active_tcp_connections.py</a:t>
            </a:r>
            <a:br/>
            <a:r>
              <a:t>import subprocess, sys</a:t>
            </a:r>
            <a:br/>
            <a:br/>
            <a:r>
              <a:t>def get_tcp_connections():</a:t>
            </a:r>
            <a:br/>
            <a:r>
              <a:t>    out = subprocess.check_output(['ss', '-ant'], text=True)</a:t>
            </a:r>
            <a:br/>
            <a:r>
              <a:t>    count = sum(1 for line in out.splitlines() if 'ESTAB' in line)</a:t>
            </a:r>
            <a:br/>
            <a:r>
              <a:t>    </a:t>
            </a:r>
            <a:br/>
            <a:r>
              <a:t>    warn, crit = 100, 200</a:t>
            </a:r>
            <a:br/>
            <a:r>
              <a:t>    status = 0</a:t>
            </a:r>
            <a:br/>
            <a:r>
              <a:t>    status_txt = 'OK'</a:t>
            </a:r>
            <a:br/>
            <a:r>
              <a:t>    </a:t>
            </a:r>
            <a:br/>
            <a:r>
              <a:t>    if count &gt;= crit:</a:t>
            </a:r>
            <a:br/>
            <a:r>
              <a:t>        status, status_txt = 2, 'CRIT'</a:t>
            </a:r>
            <a:br/>
            <a:r>
              <a:t>    elif count &gt;= warn:</a:t>
            </a:r>
            <a:br/>
            <a:r>
              <a:t>        status, status_txt = 1, 'WARN'</a:t>
            </a:r>
            <a:br/>
            <a:r>
              <a:t>        </a:t>
            </a:r>
            <a:br/>
            <a:r>
              <a:t>    print(f'{status} "Active_TCP_Connections" '</a:t>
            </a:r>
            <a:br/>
            <a:r>
              <a:t>          f'connections={count};{warn};{crit} '</a:t>
            </a:r>
            <a:br/>
            <a:r>
              <a:t>          f'{status_txt} - {count} aktive TCP Verbindungen')</a:t>
            </a:r>
            <a:br/>
            <a:br/>
            <a:r>
              <a:t>if __name__ == '__main__':</a:t>
            </a:r>
            <a:br/>
            <a:r>
              <a:t>    get_tcp_connections()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5029200" cy="4572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💡 Funktionsweise &amp; Checkmk-Protokoll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Speicherort: /usr/lib/check_mk_agent/local/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Protokoll-Format: &lt;STATUS&gt; "&lt;NAME&gt;" &lt;METRIKEN&gt; &lt;TEXT&gt;</a:t>
            </a:r>
          </a:p>
          <a:p>
            <a:pPr>
              <a:defRPr sz="1000">
                <a:solidFill>
                  <a:srgbClr val="334155"/>
                </a:solidFill>
              </a:defRPr>
            </a:pP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Status-Codes: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• 0 = OK (Normalbetrieb unter 100 Verbindungen)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• 1 = WARN (Erhöhte Last ab 100 Verbindungen)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• 2 = CRIT (Kritische Last / DoS-Verdacht ab 200)</a:t>
            </a:r>
          </a:p>
          <a:p>
            <a:pPr>
              <a:defRPr sz="1000">
                <a:solidFill>
                  <a:srgbClr val="334155"/>
                </a:solidFill>
              </a:defRPr>
            </a:pP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Besonderer Mehrwert: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• Durch das Mitliefern der Metrik 'connections=X;100;200' generiert Checkmk automatisch RRD-Performance-Graphen im Dashboard.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• Beweist die grenzenlose Erweiterbarkeit von Checkmk.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KAPITEL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Störungssimulation &amp; Validierung (M10)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4 reale Ausfallszenarien simuliert und Reaktionszeiten protokolliert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#   Szenario             Auslösebefehl                  Erwartung          Tatsächliche Erkennung     Reaktionszeit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1   Apache Web-Ausfall   sudo systemctl stop apache2    HTTP ➔ CRIT        CRIT (Connection refused)  47 Sek. ⚡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2   CPU-Volllast         stress --cpu 4 --timeout 180   CPU ➔ WARN/CRIT    WARN (62s) ➔ CRIT (75s)    62 Sek. ⚡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3   Festplatte voll      dd if=/dev/zero of=/tmp/file   Disk ➔ CRIT        CRIT (Belegung &gt; 95%)      60 Sek. ⚡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4   Host-Totalausfall    VM Power Off (VirtualBox)      Host ➔ DOWN        DOWN (ICMP Ping Fail)      127 Sek. ⚡</a:t>
            </a:r>
          </a:p>
          <a:p>
            <a:br/>
            <a:pPr>
              <a:defRPr sz="1050">
                <a:solidFill>
                  <a:srgbClr val="059669"/>
                </a:solidFill>
              </a:defRPr>
            </a:pPr>
            <a:r>
              <a:t>FAZIT DER STÖRUNGSTESTS:</a:t>
            </a:r>
            <a:br/>
            <a:r>
              <a:t>• 100 % Erkennungsrate aller Ausfälle in durchschnittlich unter 65 Sekunden.</a:t>
            </a:r>
            <a:br/>
            <a:r>
              <a:t>• Automatische Entwarnung: Nach Behebung sprangen alle Checks ohne manuelles Zutun wieder auf OK (Grün) zurück.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KAPITEL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Datenanalyse &amp; Schwellwert-Validierung (Abgabeprodukt 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Untersuchung der Messkurven und Bestätigung der praxistauglichen Grenzwerte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572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Messgröße 1: CPU-Auslastung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Normalbetrieb: 5 bis 15 % Grundlast.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Störfall: Steiler Anstieg auf 98–100 %.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Validierung: Schwelle bei 80 % mit 5-Minuten-Zeitfenster filtert kurzzeitige Update-Spitzen zuverlässig heraus.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Ergebnis: Kein Fehlalarm-Risiko, maximaler Schutz.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4572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Messgröße 2: Festplattenbelegung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Normalbetrieb: Flacher Verlauf bei ca. 37 %.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Störfall: Steiler Füllkurvenanstieg auf über 95 %.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Validierung: Warnstufe bei 85 % lässt Admins mehrere Tage Reaktionszeit für Log-Bereinigungen.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Ergebnis: Verhindert Datenverlust und Dienststillstand.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74720" cy="4572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9333EA"/>
                </a:solidFill>
              </a:defRPr>
            </a:pPr>
            <a:r>
              <a:t>Messgröße 3: HTTP-Verfügbarkeit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Normalbetrieb: Stabile Antwortzeiten unter 15 ms.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Störfall: Sofortiger Ausschlag auf Connection Refused.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Validierung: Schwelle bei 2,0s (Warn) und 5,0s (Crit) schützt Kunden vor quälend langsamen Ladezeiten.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Ergebnis: Essentiell für geschäftskritische Webdienste.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KAPITEL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Herausforderungen &amp; Lessons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Praxisprobleme während des Projekts und wie wir sie gelöst haben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13258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❌ Problem: Paketkonflikte auf Ubuntu 26.04   ➔   ✅ Lösung: Offizieller Docker-Container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   • Neuere Perl-Versionen blockierten das native .deb-Paket von Checkmk.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   • Lösung: Wir setzten Checkmk als Docker-Container auf – isoliert, stabil und mit automatischem Neustart bei Systemboot.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10698480" cy="13258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❌ Problem: MariaDB Netzwerk-Bindung   ➔   ✅ Lösung: Bind-Address auf 0.0.0.0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   • MariaDB lauschte standardmäßig nur auf 127.0.0.1 (Localhost).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   • Lösung: Konfiguration in 50-server.cnf auf 0.0.0.0 angepasst, sodass der Port 3306 über das Host-Only-Netzwerk sauber überwacht werden kann.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72000"/>
            <a:ext cx="10698480" cy="13258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❌ Problem: Windows-Agent Firewall-Freigabe   ➔   ✅ Lösung: Port 6556 TCP Rule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   • Der Windows-Agent lieferte zunächst keine Daten an den Linux-Server.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   • Lösung: Port 6556 TCP im Host-Only-Netzwerk in der Windows Defender Firewall explizit freigegeben.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KAPITEL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Projektergebnis &amp; Zielerreichung (Abgabeprodukt J)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Alle 11 MUSS-Anforderungen zu 100 % erfüllt • Strukturierter Abnahmetest bestanden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60320" cy="1828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64748B"/>
                </a:solidFill>
              </a:defRPr>
            </a:pPr>
            <a:r>
              <a:t>MUSS-ANFORDERUNGEN</a:t>
            </a:r>
          </a:p>
          <a:p>
            <a:pPr>
              <a:defRPr sz="3200" b="1">
                <a:solidFill>
                  <a:srgbClr val="059669"/>
                </a:solidFill>
              </a:defRPr>
            </a:pPr>
            <a:r>
              <a:t>11 / 11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100 % erfüllt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560320" cy="1828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64748B"/>
                </a:solidFill>
              </a:defRPr>
            </a:pPr>
            <a:r>
              <a:t>KANN-ANFORDERUNGEN</a:t>
            </a:r>
          </a:p>
          <a:p>
            <a:pPr>
              <a:defRPr sz="3200" b="1">
                <a:solidFill>
                  <a:srgbClr val="2563EB"/>
                </a:solidFill>
              </a:defRPr>
            </a:pPr>
            <a:r>
              <a:t>3 / 5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60 % umgesetzt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560320" cy="1828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64748B"/>
                </a:solidFill>
              </a:defRPr>
            </a:pPr>
            <a:r>
              <a:t>STÖRUNGSPRÜFUNGEN</a:t>
            </a:r>
          </a:p>
          <a:p>
            <a:pPr>
              <a:defRPr sz="3200" b="1">
                <a:solidFill>
                  <a:srgbClr val="059669"/>
                </a:solidFill>
              </a:defRPr>
            </a:pPr>
            <a:r>
              <a:t>4 / 4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100 % erkannt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645920"/>
            <a:ext cx="2560320" cy="1828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64748B"/>
                </a:solidFill>
              </a:defRPr>
            </a:pPr>
            <a:r>
              <a:t>ABNAHMETESTS (T01–T12)</a:t>
            </a:r>
          </a:p>
          <a:p>
            <a:pPr>
              <a:defRPr sz="3200" b="1">
                <a:solidFill>
                  <a:srgbClr val="059669"/>
                </a:solidFill>
              </a:defRPr>
            </a:pPr>
            <a:r>
              <a:t>13 / 13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100 % bestanden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49039"/>
            <a:ext cx="10698480" cy="24688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59669"/>
                </a:solidFill>
              </a:defRPr>
            </a:pPr>
            <a:r>
              <a:t>🏆 Fazit des Proof of Concept: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✓ Die Checkmk Raw Edition 2.3 hat bewiesen, dass sie die Anforderungen der Müller &amp; Partner GmbH vollständig erfüllt.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✓ Der Zeitrahmen von 3 Projekttagen (geplant: 39,0 h | Ist: 41,5 h) wurde mit einer minimalen Abweichung von +6,4 % eingehalten.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✓ Die Lösung arbeitet ressourcenschonend, benötigt keine teuren Lizenzen und ist sofort einsatzbereit.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KAPITEL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Empfehlung &amp; 3-Phasen-Rollout-Fahrplan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Konkrete Handlungsempfehlung für die Geschäftsführung zur Produktivübernahme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572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PHASE 1 (WOCHE 1–2)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Pilotbetrieb auf Kernsystemen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Installation auf dedizierter Hardware/VM.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Anbindung der 10 kritischsten Server (Active Directory, DNS, ERP, File-Server).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Einarbeitung des internen IT-Teams in die WATO-Administration.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4572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PHASE 2 (WOCHE 3–4)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Vollständiger Rollout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Erfassung aller Arbeitsplatz-PCs und NAS-Speicher über Windows/Linux-Agenten.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Einrichtung der E-Mail- und SMS-Benachrichtigungsketten.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Feintuning der Schwellwerte für den Normalbetrieb.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74720" cy="4572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9333EA"/>
                </a:solidFill>
              </a:defRPr>
            </a:pPr>
            <a:r>
              <a:t>PHASE 3 (MONAT 2)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Erweiterung &amp; Netzinfrastruktur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Anbindung von Netzwerkswitches und Routern via SNMP.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Zentrales Log-Monitoring und Auswertung historischer Daten.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Kapazitätsplanung für zukünftiges Hardware-Wachstum.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03520" y="914400"/>
            <a:ext cx="1554480" cy="10972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059669"/>
                </a:solidFill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0F172A"/>
                </a:solidFill>
              </a:defRPr>
            </a:pPr>
            <a:r>
              <a:t>Vielen Dank für Ihre Aufmerksamkeit!</a:t>
            </a:r>
          </a:p>
          <a:p>
            <a:pPr algn="ctr">
              <a:defRPr sz="1500">
                <a:solidFill>
                  <a:srgbClr val="64748B"/>
                </a:solidFill>
              </a:defRPr>
            </a:pPr>
            <a:r>
              <a:t>Wir stehen nun für Ihre Fragen und die Live-Demonstration zur Verfügung.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3840480"/>
            <a:ext cx="7589520" cy="2377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🖥️ LIVE-DEMONSTRATION BEREIT:</a:t>
            </a:r>
          </a:p>
          <a:p>
            <a:br/>
            <a:pPr algn="ctr">
              <a:defRPr sz="1100">
                <a:solidFill>
                  <a:srgbClr val="0F172A"/>
                </a:solidFill>
              </a:defRPr>
            </a:pPr>
            <a:r>
              <a:t>• Checkmk Web-GUI: http://localhost:8080/cmk/  |  Login: cmkadmin / cmkadmin</a:t>
            </a:r>
            <a:br/>
            <a:r>
              <a:t>• Live-Systeme: mon-srv01 (.101)  •  web-srv01 (.102)  •  win-client01 (.1)</a:t>
            </a:r>
            <a:br/>
            <a:r>
              <a:t>• Live-Störungstest auf Abruf bereit: systemctl stop apache2 (HTTP CRIT)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