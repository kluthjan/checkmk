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 (0-2 Min):</a:t>
            </a:r>
          </a:p>
          <a:p>
            <a:r>
              <a:t>Herzlich willkommen zur Präsentation unseres Proof of Concepts für das neue IT-Monitoring der Müller &amp; Partner GmbH. Wir sind das Grone Umschulungsteam: Jan, Marion, Mathias, Marco und Robert. Wir stellen Ihnen heute vor, wie wir in drei Tagen eine moderne, zentrale Überwachungslösung evaluiert und prototypisch umgesetzt haben.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 (2-3 Min):</a:t>
            </a:r>
          </a:p>
          <a:p>
            <a:r>
              <a:t>Die Müller &amp; Partner GmbH hat eine wachsende IT-Infrastruktur. Bisher wurde alles manuell überwacht. Das Problem: Störungen werden zu spät erkannt, Ausfälle bleiben unbemerkt. Unser Ziel war es daher, in diesem PoC ein zentrales Open-Source-Monitoringsystem zu evaluieren, zu planen und prototypisch umzusetzen.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Marion (3-6 Min):</a:t>
            </a:r>
          </a:p>
          <a:p>
            <a:r>
              <a:t>Um das beste System zu finden, haben wir eine Nutzwertanalyse durchgeführt. Evaluiert wurden Checkmk, Zabbix und Nagios anhand von 7 Kriterien, darunter Kosten, Bedienbarkeit und Alarmierung.</a:t>
            </a:r>
          </a:p>
          <a:p/>
          <a:p>
            <a:r>
              <a:t>Das Ergebnis: Checkmk Raw Edition hat mit 4,40 Punkten gewonnen, dicht gefolgt von Zabbix mit 4,20. Nagios landete bei 3,30.</a:t>
            </a:r>
          </a:p>
          <a:p/>
          <a:p>
            <a:r>
              <a:t>Ausschlaggebend für Checkmk war die extrem gute Bedienbarkeit - das am höchsten gewichtete Kriterium - sowie die sofort einsatzbereiten Dashboards und die automatische Erkennung von Diensten (Auto-Discovery).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Mathias (6-9 Min):</a:t>
            </a:r>
          </a:p>
          <a:p>
            <a:r>
              <a:t>Für die Umsetzung haben wir drei Systeme aufgesetzt:</a:t>
            </a:r>
          </a:p>
          <a:p>
            <a:r>
              <a:t>1. Einen Ubuntu-Server als Monitoring-Zentrale mit Checkmk im Docker-Container.</a:t>
            </a:r>
          </a:p>
          <a:p>
            <a:r>
              <a:t>2. Einen Linux-Webserver (web-srv01) mit Apache, MySQL und SSH.</a:t>
            </a:r>
          </a:p>
          <a:p>
            <a:r>
              <a:t>3. Den Windows-Host-PC als Client.</a:t>
            </a:r>
          </a:p>
          <a:p/>
          <a:p>
            <a:r>
              <a:t>Alle Systeme kommunizieren über ein isoliertes VirtualBox Host-Only Netzwerk. Über Port-Forwarding machen wir das Dashboard lokal erreichbar.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Marco (9-12 Min):</a:t>
            </a:r>
          </a:p>
          <a:p>
            <a:r>
              <a:t>Die Einrichtung ging dank Checkmk sehr schnell. Über die Auto-Discovery-Funktion wurden fast alle Dienste sofort erkannt.</a:t>
            </a:r>
          </a:p>
          <a:p/>
          <a:p>
            <a:r>
              <a:t>Gemäß den Anforderungen überwachen wir Apache, MySQL und SSH inklusive Schwellwerten für Reaktionszeiten.</a:t>
            </a:r>
          </a:p>
          <a:p/>
          <a:p>
            <a:r>
              <a:t>Zusätzlich haben wir einen 'Custom Local Check' in Python geschrieben. Dieser überwacht die Anzahl der aktiven TCP-Verbindungen auf dem Webserver und alarmiert uns bei Überlastung (Warnung bei 100, Kritisch bei 200 Verbindungen).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Robert (12-15 Min):</a:t>
            </a:r>
          </a:p>
          <a:p>
            <a:r>
              <a:t>Um sicherzugehen, dass unser Monitoring funktioniert, haben wir reale Störungen simuliert.</a:t>
            </a:r>
          </a:p>
          <a:p>
            <a:r>
              <a:t>Wir haben den Apache-Dienst gestoppt, die CPU künstlich ausgelastet, die Festplatte volllaufen lassen und schließlich einen kompletten Host-Ausfall simuliert.</a:t>
            </a:r>
          </a:p>
          <a:p/>
          <a:p>
            <a:r>
              <a:t>In allen vier Fällen hat Checkmk sofort und zuverlässig reagiert und den Status auf CRIT gesetzt.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Robert (12-15 Min Fortsetzung):</a:t>
            </a:r>
          </a:p>
          <a:p>
            <a:r>
              <a:t>Fazit: Unser PoC war ein voller Erfolg. Das zentrale Monitoring mit Checkmk steht und überwacht unsere Systeme in Echtzeit. Störungen werden sofort erkannt.</a:t>
            </a:r>
          </a:p>
          <a:p/>
          <a:p>
            <a:r>
              <a:t>Als nächste Schritte empfehlen wir die Einrichtung einer E-Mail-Alarmierung und die Aktivierung der TLS-Verschlüsselung für die sichere Datenübertragung.</a:t>
            </a:r>
          </a:p>
          <a:p/>
          <a:p>
            <a:r>
              <a:t>Vielen Dank für Ihre Aufmerksamkeit! Wir beantworten nun gerne Ihre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1F5F9"/>
                </a:solidFill>
              </a:defRPr>
            </a:pPr>
            <a:r>
              <a:t>IT-Monitoring mit Checkmk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10B981"/>
                </a:solidFill>
              </a:defRPr>
            </a:pPr>
            <a:r>
              <a:t>Proof of Concept für Müller &amp; Partner GmbH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29200"/>
            <a:ext cx="96012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120640"/>
            <a:ext cx="9235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1F5F9"/>
                </a:solidFill>
              </a:defRPr>
            </a:pPr>
            <a:r>
              <a:t>Projektteam:</a:t>
            </a:r>
            <a:br/>
            <a:r>
              <a:t>Jan Kluth | Marion Ballcke | Mathias Vorrau | Marco Schmidt | Robert Ortmann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Ausgangslage &amp; Zielsetzung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Bisherige Situation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Wachsende IT-Infrastruktur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Bisher manuelle Systemüberwachung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Verzögerte Störungsmeldungen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Gefahr von unbemerkten Ausfällen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Projektziele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Evaluation &amp; Systemauswahl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Planung der Architektur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Prototypische Implementierung</a:t>
            </a:r>
          </a:p>
          <a:p>
            <a:pPr>
              <a:spcBef>
                <a:spcPts val="1400"/>
              </a:spcBef>
              <a:defRPr sz="2400">
                <a:solidFill>
                  <a:srgbClr val="F1F5F9"/>
                </a:solidFill>
              </a:defRPr>
            </a:pPr>
            <a:r>
              <a:t>• Zentrales Open-Source-Monitoring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Nutzwertanalyse &amp; Systemauswahl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1F5F9"/>
                </a:solidFill>
              </a:defRPr>
            </a:pPr>
            <a:r>
              <a:t>Wir haben drei marktführende Open-Source Lösungen evaluiert: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566160" cy="27432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Checkmk Raw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1F5F9"/>
                </a:solidFill>
              </a:defRPr>
            </a:pPr>
            <a:r>
              <a:t>4,40 / 5,00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6616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4A3B8"/>
                </a:solidFill>
              </a:defRPr>
            </a:pPr>
            <a:r>
              <a:t>Zabbix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1F5F9"/>
                </a:solidFill>
              </a:defRPr>
            </a:pPr>
            <a:r>
              <a:t>4,20 / 5,00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356616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4A3B8"/>
                </a:solidFill>
              </a:defRPr>
            </a:pPr>
            <a:r>
              <a:t>Nagios Core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1F5F9"/>
                </a:solidFill>
              </a:defRPr>
            </a:pPr>
            <a:r>
              <a:t>3,30 / 5,00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Entscheidung: Checkmk aufgrund hervorragender Bedienbarkeit (höchste Gewichtung: 20%), Out-of-the-Box Dashboards und zeitsparender Auto-Discovery.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Technische Architektur der Testumgebung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0175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Ubuntu VM</a:t>
            </a:r>
          </a:p>
          <a:p>
            <a:pPr algn="ctr">
              <a:spcBef>
                <a:spcPts val="1000"/>
              </a:spcBef>
              <a:defRPr sz="2000">
                <a:solidFill>
                  <a:srgbClr val="94A3B8"/>
                </a:solidFill>
              </a:defRPr>
            </a:pPr>
            <a:r>
              <a:t>Monitoring Server</a:t>
            </a:r>
            <a:br/>
            <a:r>
              <a:t>(Checkmk Docker, Port 8080)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30175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Web-Srv01 VM</a:t>
            </a:r>
          </a:p>
          <a:p>
            <a:pPr algn="ctr">
              <a:spcBef>
                <a:spcPts val="1000"/>
              </a:spcBef>
              <a:defRPr sz="2000">
                <a:solidFill>
                  <a:srgbClr val="94A3B8"/>
                </a:solidFill>
              </a:defRPr>
            </a:pPr>
            <a:r>
              <a:t>Linux Webserver</a:t>
            </a:r>
            <a:br/>
            <a:r>
              <a:t>(Apache, MySQL, SSH)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286000"/>
            <a:ext cx="301752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Windows Host</a:t>
            </a:r>
          </a:p>
          <a:p>
            <a:pPr algn="ctr">
              <a:spcBef>
                <a:spcPts val="1000"/>
              </a:spcBef>
              <a:defRPr sz="2000">
                <a:solidFill>
                  <a:srgbClr val="94A3B8"/>
                </a:solidFill>
              </a:defRPr>
            </a:pPr>
            <a:r>
              <a:t>Windows Client</a:t>
            </a:r>
            <a:br/>
            <a:r>
              <a:t>(Checkmk Agent)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74720" y="3200400"/>
            <a:ext cx="1097280" cy="45720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589520" y="3200400"/>
            <a:ext cx="1097280" cy="45720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1F5F9"/>
                </a:solidFill>
              </a:defRPr>
            </a:pPr>
            <a:r>
              <a:t>Netzwerk: VirtualBox Host-Only Adapter (192.168.56.0/24)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Kommunikation: Alle Systeme sicher vernetzt, lokales Port-Forwarding eingerichtet.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Monitoring-Konfiguration &amp; Custom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Automatisierung &amp; Dienste</a:t>
            </a:r>
          </a:p>
          <a:p>
            <a:pPr>
              <a:spcBef>
                <a:spcPts val="1000"/>
              </a:spcBef>
              <a:defRPr sz="2400">
                <a:solidFill>
                  <a:srgbClr val="F1F5F9"/>
                </a:solidFill>
              </a:defRPr>
            </a:pPr>
            <a:r>
              <a:t>• Hosts über REST-API angelegt</a:t>
            </a:r>
          </a:p>
          <a:p>
            <a:pPr>
              <a:spcBef>
                <a:spcPts val="1000"/>
              </a:spcBef>
              <a:defRPr sz="2400">
                <a:solidFill>
                  <a:srgbClr val="F1F5F9"/>
                </a:solidFill>
              </a:defRPr>
            </a:pPr>
            <a:r>
              <a:t>• Auto-Discovery erkannte sofort 19 Services auf Ubuntu und 22 auf web-srv01</a:t>
            </a:r>
          </a:p>
          <a:p>
            <a:pPr>
              <a:spcBef>
                <a:spcPts val="1000"/>
              </a:spcBef>
              <a:defRPr sz="2400">
                <a:solidFill>
                  <a:srgbClr val="F1F5F9"/>
                </a:solidFill>
              </a:defRPr>
            </a:pPr>
            <a:r>
              <a:t>• Überwachte Dienste (MUSS): HTTP, MySQL, SSH</a:t>
            </a:r>
          </a:p>
          <a:p>
            <a:pPr>
              <a:spcBef>
                <a:spcPts val="3000"/>
              </a:spcBef>
              <a:defRPr sz="3200" b="1">
                <a:solidFill>
                  <a:srgbClr val="10B981"/>
                </a:solidFill>
              </a:defRPr>
            </a:pPr>
            <a:r>
              <a:t>Custom Local Check (Python)</a:t>
            </a:r>
          </a:p>
          <a:p>
            <a:pPr>
              <a:spcBef>
                <a:spcPts val="1000"/>
              </a:spcBef>
              <a:defRPr sz="2400">
                <a:solidFill>
                  <a:srgbClr val="F1F5F9"/>
                </a:solidFill>
              </a:defRPr>
            </a:pPr>
            <a:r>
              <a:t>• Wir haben ein eigenes Python-Skript entwickelt, das aktive TCP-Verbindungen überwacht.</a:t>
            </a:r>
          </a:p>
          <a:p>
            <a:pPr>
              <a:defRPr sz="2400">
                <a:solidFill>
                  <a:srgbClr val="F1F5F9"/>
                </a:solidFill>
              </a:defRPr>
            </a:pPr>
            <a:r>
              <a:t>• Schwellwerte: WARN bei 100, CRIT bei 200 Verbindungen.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Störungssimulation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1F5F9"/>
                </a:solidFill>
              </a:defRPr>
            </a:pPr>
            <a:r>
              <a:t>Vier praxisnahe Szenarien erfolgreich getestet: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7729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Apache-Ausfall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Service gestoppt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HTTP_Apache → CRIT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1127729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CPU-Volllast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Stress-Test (stress --cpu)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089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CPU utilization → WARN/CRIT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1127729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Festplatte voll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97679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dd command für 20GB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97679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Filesystem / → CRIT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94959"/>
            <a:ext cx="1127729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623559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486399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Host-Ausfall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86399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VM ausgeschaltet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486399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Host DOWN (Ping Fail)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Fazit &amp; Ausblick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Ergebnisse des Proof of Concept</a:t>
            </a:r>
          </a:p>
          <a:p>
            <a:pPr>
              <a:spcBef>
                <a:spcPts val="1400"/>
              </a:spcBef>
              <a:defRPr sz="2600">
                <a:solidFill>
                  <a:srgbClr val="F1F5F9"/>
                </a:solidFill>
              </a:defRPr>
            </a:pPr>
            <a:r>
              <a:t>• Ziel zu 100% erreicht: Zentrales Monitoring in 3 Tagen aufgebaut.</a:t>
            </a:r>
          </a:p>
          <a:p>
            <a:pPr>
              <a:spcBef>
                <a:spcPts val="1400"/>
              </a:spcBef>
              <a:defRPr sz="2600">
                <a:solidFill>
                  <a:srgbClr val="F1F5F9"/>
                </a:solidFill>
              </a:defRPr>
            </a:pPr>
            <a:r>
              <a:t>• Checkmk Raw Edition erwies sich als die beste Wahl.</a:t>
            </a:r>
          </a:p>
          <a:p>
            <a:pPr>
              <a:spcBef>
                <a:spcPts val="1400"/>
              </a:spcBef>
              <a:defRPr sz="2600">
                <a:solidFill>
                  <a:srgbClr val="F1F5F9"/>
                </a:solidFill>
              </a:defRPr>
            </a:pPr>
            <a:r>
              <a:t>• Drei Hosts werden erfolgreich in Echtzeit überwacht.</a:t>
            </a:r>
          </a:p>
          <a:p>
            <a:pPr>
              <a:spcBef>
                <a:spcPts val="1400"/>
              </a:spcBef>
              <a:defRPr sz="2600">
                <a:solidFill>
                  <a:srgbClr val="F1F5F9"/>
                </a:solidFill>
              </a:defRPr>
            </a:pPr>
            <a:r>
              <a:t>• Störungen werden sofort erkannt, Datenverlust wird verhindert.</a:t>
            </a:r>
          </a:p>
          <a:p>
            <a:pPr>
              <a:spcBef>
                <a:spcPts val="3000"/>
              </a:spcBef>
              <a:defRPr sz="3200" b="1">
                <a:solidFill>
                  <a:srgbClr val="10B981"/>
                </a:solidFill>
              </a:defRPr>
            </a:pPr>
            <a:r>
              <a:t>Nächste Schritte</a:t>
            </a:r>
          </a:p>
          <a:p>
            <a:pPr>
              <a:spcBef>
                <a:spcPts val="1400"/>
              </a:spcBef>
              <a:defRPr sz="2600">
                <a:solidFill>
                  <a:srgbClr val="F1F5F9"/>
                </a:solidFill>
              </a:defRPr>
            </a:pPr>
            <a:r>
              <a:t>• Einrichtung von E-Mail-Alarmierung.</a:t>
            </a:r>
          </a:p>
          <a:p>
            <a:pPr>
              <a:defRPr sz="2600">
                <a:solidFill>
                  <a:srgbClr val="F1F5F9"/>
                </a:solidFill>
              </a:defRPr>
            </a:pPr>
            <a:r>
              <a:t>• Verschlüsselung der Agentenkommunikation (TLS).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