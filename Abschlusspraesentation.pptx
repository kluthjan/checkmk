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F4E79"/>
                </a:solidFill>
              </a:rPr>
              <a:t>Einführung eines zentralen IT-Monitorings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/>
              <a:t>Abschlusspräsentation | Grone Umschulungsteam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Auftraggeber: Müller &amp; Partner GmbH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>
                <a:solidFill>
                  <a:srgbClr val="1F4E79"/>
                </a:solidFill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▸  1. Ausgangssituation &amp; Projektziel</a:t>
            </a:r>
          </a:p>
          <a:p>
            <a:pPr>
              <a:defRPr sz="1400"/>
            </a:pPr>
            <a:r>
              <a:t>▸  2. Anforderungen (MUSS / KANN)</a:t>
            </a:r>
          </a:p>
          <a:p>
            <a:pPr>
              <a:defRPr sz="1400"/>
            </a:pPr>
            <a:r>
              <a:t>▸  3. Tool-Vergleich: Checkmk | Zabbix | Nagios (alle kostenlos!)</a:t>
            </a:r>
          </a:p>
          <a:p>
            <a:pPr>
              <a:defRPr sz="1400"/>
            </a:pPr>
            <a:r>
              <a:t>▸  4. Nutzwertanalyse &amp; Entscheidung</a:t>
            </a:r>
          </a:p>
          <a:p>
            <a:pPr>
              <a:defRPr sz="1400"/>
            </a:pPr>
            <a:r>
              <a:t>▸  5. Testumgebung / Netzwerkplan</a:t>
            </a:r>
          </a:p>
          <a:p>
            <a:pPr>
              <a:defRPr sz="1400"/>
            </a:pPr>
            <a:r>
              <a:t>▸  6. Installation &amp; Konfiguration</a:t>
            </a:r>
          </a:p>
          <a:p>
            <a:pPr>
              <a:defRPr sz="1400"/>
            </a:pPr>
            <a:r>
              <a:t>▸  7. Custom Check (Eigenentwicklung)</a:t>
            </a:r>
          </a:p>
          <a:p>
            <a:pPr>
              <a:defRPr sz="1400"/>
            </a:pPr>
            <a:r>
              <a:t>▸  8. Dashboard-Übersicht</a:t>
            </a:r>
          </a:p>
          <a:p>
            <a:pPr>
              <a:defRPr sz="1400"/>
            </a:pPr>
            <a:r>
              <a:t>▸  9. Störungssimulation</a:t>
            </a:r>
          </a:p>
          <a:p>
            <a:pPr>
              <a:defRPr sz="1400"/>
            </a:pPr>
            <a:r>
              <a:t>▸  10. Abnahmetest &amp; Ergebnisse</a:t>
            </a:r>
          </a:p>
          <a:p>
            <a:pPr>
              <a:defRPr sz="1400"/>
            </a:pPr>
            <a:r>
              <a:t>▸  11. Fazit &amp; Empfehlung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>
                <a:solidFill>
                  <a:srgbClr val="1F4E79"/>
                </a:solidFill>
              </a:rPr>
              <a:t>Ausgangssituation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▸  IT-Infrastruktur bei Müller &amp; Partner GmbH wächst: Web-, Datei- und Netzwerkserver</a:t>
            </a:r>
          </a:p>
          <a:p>
            <a:pPr>
              <a:defRPr sz="1300"/>
            </a:pPr>
            <a:r>
              <a:t>▸  Überwachung aktuell: manuell / reaktiv – Mitarbeiter melden Probleme</a:t>
            </a:r>
          </a:p>
          <a:p>
            <a:pPr>
              <a:defRPr sz="1300"/>
            </a:pPr>
            <a:r>
              <a:t>▸  Typische unentdeckte Probleme:</a:t>
            </a:r>
          </a:p>
          <a:p>
            <a:pPr>
              <a:defRPr sz="1300"/>
            </a:pPr>
            <a:r>
              <a:t>▸      • Nicht erreichbarer Server</a:t>
            </a:r>
          </a:p>
          <a:p>
            <a:pPr>
              <a:defRPr sz="1300"/>
            </a:pPr>
            <a:r>
              <a:t>▸      • Ausgefallener Netzwerkdienst (HTTP, DNS, SSH)</a:t>
            </a:r>
          </a:p>
          <a:p>
            <a:pPr>
              <a:defRPr sz="1300"/>
            </a:pPr>
            <a:r>
              <a:t>▸      • Vollständig belegte Festplatte → Systemabsturz</a:t>
            </a:r>
          </a:p>
          <a:p>
            <a:pPr>
              <a:defRPr sz="1300"/>
            </a:pPr>
            <a:r>
              <a:t>▸      • Dauerhaft hohe CPU- oder RAM-Auslastung</a:t>
            </a:r>
          </a:p>
          <a:p>
            <a:pPr>
              <a:defRPr sz="1300"/>
            </a:pPr>
            <a:r>
              <a:t>▸  Ziel: Proaktives, zentrales Monitoring mit automatischer Alarmierung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>
                <a:solidFill>
                  <a:srgbClr val="1F4E79"/>
                </a:solidFill>
              </a:rPr>
              <a:t>Anforderungen – MUSS &amp; KANN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4E79"/>
                </a:solidFill>
              </a:rPr>
              <a:t>MUSS-Anforderungen (alle erfüllt ✅)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▸  M01 Zentraler Monitoring-Server</a:t>
            </a:r>
          </a:p>
          <a:p>
            <a:pPr>
              <a:defRPr sz="1100"/>
            </a:pPr>
            <a:r>
              <a:t>▸  M02 Mind. 2 weitere Systeme überwachen</a:t>
            </a:r>
          </a:p>
          <a:p>
            <a:pPr>
              <a:defRPr sz="1100"/>
            </a:pPr>
            <a:r>
              <a:t>▸  M03 Erreichbarkeitsprüfung (Ping/ICMP)</a:t>
            </a:r>
          </a:p>
          <a:p>
            <a:pPr>
              <a:defRPr sz="1100"/>
            </a:pPr>
            <a:r>
              <a:t>▸  M04 CPU / RAM / Festplatte überwachen</a:t>
            </a:r>
          </a:p>
          <a:p>
            <a:pPr>
              <a:defRPr sz="1100"/>
            </a:pPr>
            <a:r>
              <a:t>▸  M05 Mind. 1 Netzwerkdienst (HTTP, SSH)</a:t>
            </a:r>
          </a:p>
          <a:p>
            <a:pPr>
              <a:defRPr sz="1100"/>
            </a:pPr>
            <a:r>
              <a:t>▸  M06 WARN / CRIT Grenzwerte mit Begründung</a:t>
            </a:r>
          </a:p>
          <a:p>
            <a:pPr>
              <a:defRPr sz="1100"/>
            </a:pPr>
            <a:r>
              <a:t>▸  M07 Automatische Alarmierung</a:t>
            </a:r>
          </a:p>
          <a:p>
            <a:pPr>
              <a:defRPr sz="1100"/>
            </a:pPr>
            <a:r>
              <a:t>▸  M08 Dashboard / Übersicht</a:t>
            </a:r>
          </a:p>
          <a:p>
            <a:pPr>
              <a:defRPr sz="1100"/>
            </a:pPr>
            <a:r>
              <a:t>▸  M09 Eigener Custom Check (Python)</a:t>
            </a:r>
          </a:p>
          <a:p>
            <a:pPr>
              <a:defRPr sz="1100"/>
            </a:pPr>
            <a:r>
              <a:t>▸  M10 Mind. 3 Störungen simuliert</a:t>
            </a:r>
          </a:p>
          <a:p>
            <a:pPr>
              <a:defRPr sz="1100"/>
            </a:pPr>
            <a:r>
              <a:t>▸  M11 Abnahmetest bestanden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5B6"/>
                </a:solidFill>
              </a:rPr>
              <a:t>KANN-Anforderungen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▸  K01 E-Mail-Alarmierung  ✅</a:t>
            </a:r>
          </a:p>
          <a:p>
            <a:pPr>
              <a:defRPr sz="1200"/>
            </a:pPr>
            <a:r>
              <a:t>▸  K02 Erweiterte Dashboards  ✅</a:t>
            </a:r>
          </a:p>
          <a:p>
            <a:pPr>
              <a:defRPr sz="1200"/>
            </a:pPr>
            <a:r>
              <a:t>▸  K03 Automatisierung (Ansible)  ⬜</a:t>
            </a:r>
          </a:p>
          <a:p>
            <a:pPr>
              <a:defRPr sz="1200"/>
            </a:pPr>
            <a:r>
              <a:t>▸  K04 Erweiterter Custom Check  ✅</a:t>
            </a:r>
          </a:p>
          <a:p>
            <a:pPr>
              <a:defRPr sz="1200"/>
            </a:pPr>
            <a:r>
              <a:t>▸  K05 SLA / Verfügbarkeitsauswertung  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>
                <a:solidFill>
                  <a:srgbClr val="1F4E79"/>
                </a:solidFill>
              </a:rPr>
              <a:t>Die 3 Tools – alle kostenlos / Open Source!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▸  🟢 Checkmk Raw Edition  (GPLv2, kostenlos)</a:t>
            </a:r>
          </a:p>
          <a:p>
            <a:pPr>
              <a:defRPr sz="1500"/>
            </a:pPr>
            <a:r>
              <a:t>▸       → Exzellente Web-GUI, Auto-Discovery, 3000+ Checks</a:t>
            </a:r>
          </a:p>
          <a:p>
            <a:pPr>
              <a:defRPr sz="1500"/>
            </a:pPr>
            <a:r>
              <a:t>▸  </a:t>
            </a:r>
          </a:p>
          <a:p>
            <a:pPr>
              <a:defRPr sz="1500"/>
            </a:pPr>
            <a:r>
              <a:t>▸  🟡 Zabbix  (GPLv2, kostenlos)</a:t>
            </a:r>
          </a:p>
          <a:p>
            <a:pPr>
              <a:defRPr sz="1500"/>
            </a:pPr>
            <a:r>
              <a:t>▸       → Agentless möglich, starke Templates, gute Skalierung</a:t>
            </a:r>
          </a:p>
          <a:p>
            <a:pPr>
              <a:defRPr sz="1500"/>
            </a:pPr>
            <a:r>
              <a:t>▸  </a:t>
            </a:r>
          </a:p>
          <a:p>
            <a:pPr>
              <a:defRPr sz="1500"/>
            </a:pPr>
            <a:r>
              <a:t>▸  🔴 Nagios Core  (GPLv2, kostenlos)</a:t>
            </a:r>
          </a:p>
          <a:p>
            <a:pPr>
              <a:defRPr sz="1500"/>
            </a:pPr>
            <a:r>
              <a:t>▸       → Industrie-Standard, riesige Plugin-Bibliothek, Text-Konfiguration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E79"/>
                </a:solidFill>
              </a:rPr>
              <a:t>Nutzwertanalyse – Entscheidungsmatrix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0584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482138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Kriterium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Gew. %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Checkmk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Chk gew.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Zabbix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Zab gew.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Nagios gew.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r>
                        <a:t>Kosten / Lizenzmodell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t>Bedienbarkeit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t>OS-Unterstützung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t>Netzwerkdienste-Überwachung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t>Alarmierung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0.45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t>Visualisierung / Dashboards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t>Erweiterbarkeit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0.25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t>Dokumentation / Community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r>
                        <a:t>Ressourcenbedarf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</a:t>
                      </a:r>
                    </a:p>
                  </a:txBody>
                  <a:tcPr/>
                </a:tc>
              </a:tr>
              <a:tr h="482140">
                <a:tc>
                  <a:txBody>
                    <a:bodyPr/>
                    <a:lstStyle/>
                    <a:p>
                      <a:r>
                        <a:t>GESAMT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4.4</a:t>
                      </a:r>
                    </a:p>
                  </a:txBody>
                  <a:tcP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/>
                        <a:t>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>
                <a:solidFill>
                  <a:srgbClr val="1F4E79"/>
                </a:solidFill>
              </a:rPr>
              <a:t>Entscheidung: Checkmk Raw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▸  Höchster Gesamtscore: 4.4 von 5.00 Punkten</a:t>
            </a:r>
          </a:p>
          <a:p>
            <a:pPr>
              <a:defRPr sz="1500"/>
            </a:pPr>
            <a:r>
              <a:t>▸  Beste Bewertung in Bedienbarkeit (Gewichtung 20 %) → ideal für Schülerteam</a:t>
            </a:r>
          </a:p>
          <a:p>
            <a:pPr>
              <a:defRPr sz="1500"/>
            </a:pPr>
            <a:r>
              <a:t>▸  WATO Web-GUI: Konfiguration komplett per Browser, kein Texteditor nötig</a:t>
            </a:r>
          </a:p>
          <a:p>
            <a:pPr>
              <a:defRPr sz="1500"/>
            </a:pPr>
            <a:r>
              <a:t>▸  Auto-Discovery: Checkmk erkennt Services automatisch</a:t>
            </a:r>
          </a:p>
          <a:p>
            <a:pPr>
              <a:defRPr sz="1500"/>
            </a:pPr>
            <a:r>
              <a:t>▸  3000+ fertige Checks sofort verfügbar</a:t>
            </a:r>
          </a:p>
          <a:p>
            <a:pPr>
              <a:defRPr sz="1500"/>
            </a:pPr>
            <a:r>
              <a:t>▸  E-Mail-Alarmierung out-of-the-box integriert</a:t>
            </a:r>
          </a:p>
          <a:p>
            <a:pPr>
              <a:defRPr sz="1500"/>
            </a:pPr>
            <a:r>
              <a:t>▸  Kostenlos als Raw Edition – produktionsreif für KMU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>
                <a:solidFill>
                  <a:srgbClr val="1F4E79"/>
                </a:solidFill>
              </a:rPr>
              <a:t>Testumgebung / Netzwerkplan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▸  Virtualisierung: VirtualBox   |   Internes Netz: 192.168.100.0/24</a:t>
            </a:r>
          </a:p>
          <a:p>
            <a:pPr>
              <a:defRPr sz="1400"/>
            </a:pPr>
            <a:r>
              <a:t>▸  </a:t>
            </a:r>
          </a:p>
          <a:p>
            <a:pPr>
              <a:defRPr sz="1400"/>
            </a:pPr>
            <a:r>
              <a:t>▸  mon-srv01   → Ubuntu 22.04 | 192.168.100.10 | Checkmk-Server</a:t>
            </a:r>
          </a:p>
          <a:p>
            <a:pPr>
              <a:defRPr sz="1400"/>
            </a:pPr>
            <a:r>
              <a:t>▸  web-srv01   → Debian 12    | 192.168.100.20 | Apache, MySQL, SSH + Checkmk Agent</a:t>
            </a:r>
          </a:p>
          <a:p>
            <a:pPr>
              <a:defRPr sz="1400"/>
            </a:pPr>
            <a:r>
              <a:t>▸  win-client01→ Windows 10   | 192.168.100.30 | RDP + Checkmk Agent (MSI)</a:t>
            </a:r>
          </a:p>
          <a:p>
            <a:pPr>
              <a:defRPr sz="1400"/>
            </a:pPr>
            <a:r>
              <a:t>▸  </a:t>
            </a:r>
          </a:p>
          <a:p>
            <a:pPr>
              <a:defRPr sz="1400"/>
            </a:pPr>
            <a:r>
              <a:t>▸  Alle Agents kommunizieren über TCP Port 6556 zum Monitoring-Server.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>
                <a:solidFill>
                  <a:srgbClr val="1F4E79"/>
                </a:solidFill>
              </a:rPr>
              <a:t>Installation – Checkmk auf Ubuntu 22.04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▸  sudo apt update &amp;&amp; sudo apt upgrade -y</a:t>
            </a:r>
          </a:p>
          <a:p>
            <a:pPr>
              <a:defRPr sz="1300"/>
            </a:pPr>
            <a:r>
              <a:t>▸  wget https://download.checkmk.com/.../check-mk-raw-2.2.0p1.deb</a:t>
            </a:r>
          </a:p>
          <a:p>
            <a:pPr>
              <a:defRPr sz="1300"/>
            </a:pPr>
            <a:r>
              <a:t>▸  sudo dpkg -i check-mk-raw-2.2.0p1.deb &amp;&amp; sudo apt -f install</a:t>
            </a:r>
          </a:p>
          <a:p>
            <a:pPr>
              <a:defRPr sz="1300"/>
            </a:pPr>
            <a:r>
              <a:t>▸  sudo omd create monitoring</a:t>
            </a:r>
          </a:p>
          <a:p>
            <a:pPr>
              <a:defRPr sz="1300"/>
            </a:pPr>
            <a:r>
              <a:t>▸  sudo omd start monitoring</a:t>
            </a:r>
          </a:p>
          <a:p>
            <a:pPr>
              <a:defRPr sz="1300"/>
            </a:pPr>
            <a:r>
              <a:t>▸  → Web-GUI: http://192.168.100.10/monitoring</a:t>
            </a:r>
          </a:p>
          <a:p>
            <a:pPr>
              <a:defRPr sz="1300"/>
            </a:pPr>
            <a:r>
              <a:t>▸  </a:t>
            </a:r>
          </a:p>
          <a:p>
            <a:pPr>
              <a:defRPr sz="1300"/>
            </a:pPr>
            <a:r>
              <a:t>▸  Agent auf Linux: sudo dpkg -i check-mk-agent_2.2.0p1.deb</a:t>
            </a:r>
          </a:p>
          <a:p>
            <a:pPr>
              <a:defRPr sz="1300"/>
            </a:pPr>
            <a:r>
              <a:t>▸  Agent auf Windows: MSI-Installer → Firewall Port 6556 freigeben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>
                <a:solidFill>
                  <a:srgbClr val="1F4E79"/>
                </a:solidFill>
              </a:rPr>
              <a:t>Grenzwerte (WARN / CRIT) mit Begründung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▸  CPU-Auslastung:  WARN &gt; 80 % (5 Min.)  |  CRIT &gt; 95 % (5 Min.)  →  Dauerhaft hohe CPU → Ressourcenmangel</a:t>
            </a:r>
          </a:p>
          <a:p>
            <a:pPr>
              <a:defRPr sz="1300"/>
            </a:pPr>
            <a:r>
              <a:t>▸  RAM-Auslastung:  WARN &gt; 85 %  |  CRIT &gt; 95 %  →  Swapping beeinträchtigt Performance</a:t>
            </a:r>
          </a:p>
          <a:p>
            <a:pPr>
              <a:defRPr sz="1300"/>
            </a:pPr>
            <a:r>
              <a:t>▸  Festplattenbelegung:  WARN &gt; 85 %  |  CRIT &gt; 95 %  →  Volle Platte → Systemausfall</a:t>
            </a:r>
          </a:p>
          <a:p>
            <a:pPr>
              <a:defRPr sz="1300"/>
            </a:pPr>
            <a:r>
              <a:t>▸  HTTP-Antwortzeit:  WARN &gt; 2 Sekunden  |  CRIT &gt; 5 Sekunden  →  UX leidet ab 2 s Ladezeit</a:t>
            </a:r>
          </a:p>
          <a:p>
            <a:pPr>
              <a:defRPr sz="1300"/>
            </a:pPr>
            <a:r>
              <a:t>▸  SSH-Dienst:  WARN –  |  CRIT Nicht erreichbar  →  SSH für Administration unverzichtbar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>
                <a:solidFill>
                  <a:srgbClr val="1F4E79"/>
                </a:solidFill>
              </a:rPr>
              <a:t>Eigenentwicklung – Custom Check (Python)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▸  Datei: custom_check_tcp_connections.py</a:t>
            </a:r>
          </a:p>
          <a:p>
            <a:pPr>
              <a:defRPr sz="1400"/>
            </a:pPr>
            <a:r>
              <a:t>▸  Einsatz: /usr/lib/check_mk_agent/local/ auf web-srv01</a:t>
            </a:r>
          </a:p>
          <a:p>
            <a:pPr>
              <a:defRPr sz="1400"/>
            </a:pPr>
            <a:r>
              <a:t>▸  </a:t>
            </a:r>
          </a:p>
          <a:p>
            <a:pPr>
              <a:defRPr sz="1400"/>
            </a:pPr>
            <a:r>
              <a:t>▸  Funktion: Ermittelt aktive TCP-Verbindungen via `ss -t -n state established`</a:t>
            </a:r>
          </a:p>
          <a:p>
            <a:pPr>
              <a:defRPr sz="1400"/>
            </a:pPr>
            <a:r>
              <a:t>▸  WARN &gt; 100 Verbindungen | CRIT &gt; 200 Verbindungen</a:t>
            </a:r>
          </a:p>
          <a:p>
            <a:pPr>
              <a:defRPr sz="1400"/>
            </a:pPr>
            <a:r>
              <a:t>▸  Ausgabe im Checkmk Local-Check-Format mit Performance-Daten</a:t>
            </a:r>
          </a:p>
          <a:p>
            <a:pPr>
              <a:defRPr sz="1400"/>
            </a:pPr>
            <a:r>
              <a:t>▸  </a:t>
            </a:r>
          </a:p>
          <a:p>
            <a:pPr>
              <a:defRPr sz="1400"/>
            </a:pPr>
            <a:r>
              <a:t>▸  Erweiterung (K04): Verbindungen je Port, Top-5 Ziele, Argparse-Thresholds</a:t>
            </a:r>
          </a:p>
          <a:p>
            <a:pPr>
              <a:defRPr sz="1400"/>
            </a:pPr>
            <a:r>
              <a:t>▸  </a:t>
            </a:r>
          </a:p>
          <a:p>
            <a:pPr>
              <a:defRPr sz="1400"/>
            </a:pPr>
            <a:r>
              <a:t>▸  → Vollständig in Python 3, kommentiert, Fehlerbehandlung integriert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>
                <a:solidFill>
                  <a:srgbClr val="1F4E79"/>
                </a:solidFill>
              </a:rPr>
              <a:t>Störungssimulation (M10)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73152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Störung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Befehl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Erkannt in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Reaktion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Apache-Webserver-Ausfall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sudo systemctl stop apache2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47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E-Mail + Dashboard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Hohe CPU-Auslastung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stress --cpu 4 --timeout 120s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55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Dashboard WARN→CRIT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Kritische Festplattenbelegung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dd if=/dev/zero of=/tmp/fill.img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62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Dashboard CRIT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RAM-Überlastung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stress --vm 1 --vm-bytes 1.8G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48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E-Mail + Dashboard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>
                <a:solidFill>
                  <a:srgbClr val="1F4E79"/>
                </a:solidFill>
              </a:rPr>
              <a:t>Abnahmetest (M11) – Alle 13 Tests bestanden 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▸  TC-01 – Host-Erkennung: ✅</a:t>
            </a:r>
          </a:p>
          <a:p>
            <a:pPr>
              <a:defRPr sz="1200"/>
            </a:pPr>
            <a:r>
              <a:t>▸  TC-02 – CPU-Monitoring: ✅</a:t>
            </a:r>
          </a:p>
          <a:p>
            <a:pPr>
              <a:defRPr sz="1200"/>
            </a:pPr>
            <a:r>
              <a:t>▸  TC-03 – RAM-Monitoring: ✅</a:t>
            </a:r>
          </a:p>
          <a:p>
            <a:pPr>
              <a:defRPr sz="1200"/>
            </a:pPr>
            <a:r>
              <a:t>▸  TC-04 – Disk-Monitoring: ✅</a:t>
            </a:r>
          </a:p>
          <a:p>
            <a:pPr>
              <a:defRPr sz="1200"/>
            </a:pPr>
            <a:r>
              <a:t>▸  TC-05 – HTTP-Check: ✅</a:t>
            </a:r>
          </a:p>
          <a:p>
            <a:pPr>
              <a:defRPr sz="1200"/>
            </a:pPr>
            <a:r>
              <a:t>▸  TC-06 – SSH-Check: ✅</a:t>
            </a:r>
          </a:p>
          <a:p>
            <a:pPr>
              <a:defRPr sz="1200"/>
            </a:pPr>
            <a:r>
              <a:t>▸  TC-07 – WARN-Grenzwert CPU: ✅</a:t>
            </a:r>
          </a:p>
          <a:p>
            <a:pPr>
              <a:defRPr sz="1200"/>
            </a:pPr>
            <a:r>
              <a:t>▸  TC-08 – CRIT-Grenzwert CPU: ✅</a:t>
            </a:r>
          </a:p>
          <a:p>
            <a:pPr>
              <a:defRPr sz="1200"/>
            </a:pPr>
            <a:r>
              <a:t>▸  TC-09 – Alarm E-Mail: ✅</a:t>
            </a:r>
          </a:p>
          <a:p>
            <a:pPr>
              <a:defRPr sz="1200"/>
            </a:pPr>
            <a:r>
              <a:t>▸  TC-10 – Custom Check: ✅</a:t>
            </a:r>
          </a:p>
          <a:p>
            <a:pPr>
              <a:defRPr sz="1200"/>
            </a:pPr>
            <a:r>
              <a:t>▸  TC-11 – Störung Apache: ✅</a:t>
            </a:r>
          </a:p>
          <a:p>
            <a:pPr>
              <a:defRPr sz="1200"/>
            </a:pPr>
            <a:r>
              <a:t>▸  TC-12 – Störung CPU: ✅</a:t>
            </a:r>
          </a:p>
          <a:p>
            <a:pPr>
              <a:defRPr sz="1200"/>
            </a:pPr>
            <a:r>
              <a:t>▸  TC-13 – Störung Disk: 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400">
                <a:solidFill>
                  <a:srgbClr val="1F4E79"/>
                </a:solidFill>
              </a:rPr>
              <a:t>Fazit &amp; Empfehlung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▸  ✅ Alle 11 MUSS-Anforderungen erfüllt</a:t>
            </a:r>
          </a:p>
          <a:p>
            <a:pPr>
              <a:defRPr sz="1600"/>
            </a:pPr>
            <a:r>
              <a:t>▸  ✅ 3 von 5 KANN-Anforderungen umgesetzt</a:t>
            </a:r>
          </a:p>
          <a:p>
            <a:pPr>
              <a:defRPr sz="1600"/>
            </a:pPr>
            <a:r>
              <a:t>▸  ✅ 4 Störungen erfolgreich simuliert und erkannt</a:t>
            </a:r>
          </a:p>
          <a:p>
            <a:pPr>
              <a:defRPr sz="1600"/>
            </a:pPr>
            <a:r>
              <a:t>▸  ✅ 13/13 Abnahmetests bestanden</a:t>
            </a:r>
          </a:p>
          <a:p>
            <a:pPr>
              <a:defRPr sz="1600"/>
            </a:pPr>
            <a:r>
              <a:t>▸  </a:t>
            </a:r>
          </a:p>
          <a:p>
            <a:pPr>
              <a:defRPr sz="1600"/>
            </a:pPr>
            <a:r>
              <a:t>▸  → Checkmk Raw Edition wird für den produktiven Einsatz empfohlen</a:t>
            </a:r>
          </a:p>
          <a:p>
            <a:pPr>
              <a:defRPr sz="1600"/>
            </a:pPr>
            <a:r>
              <a:t>▸  → Kostenlos, benutzerfreundlich, sofort einsatzbereit</a:t>
            </a:r>
          </a:p>
          <a:p>
            <a:pPr>
              <a:defRPr sz="1600"/>
            </a:pPr>
            <a:r>
              <a:t>▸  → Nächste Schritte: Produktivserver einbinden, E-Mail-Alert einrichten, SLA-Reports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